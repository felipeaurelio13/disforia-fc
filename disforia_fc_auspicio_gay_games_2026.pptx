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jpe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DISFORIA FC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9C2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Solicitud de Auspicio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731520" y="2651760"/>
            <a:ext cx="1371600" cy="45720"/>
          </a:xfrm>
          <a:prstGeom prst="rect">
            <a:avLst/>
          </a:prstGeom>
          <a:solidFill>
            <a:srgbClr val="BD2B71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Gay Games XII — Valencia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35C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Deporte trans y no binario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35C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orgullo, cuidado y competencia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3840480" cy="2926080"/>
          </a:xfrm>
          <a:prstGeom prst="ellipse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junio — 4 julio 2026  ·  Valencia, España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61204"/>
            <a:ext cx="9144000" cy="82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9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¿QUIÉNES SOMOS?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primer club deportivo trans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no binario de Chile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31520" y="16916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Disforia FC nació en 2019 como un espacio deportivo seguro, competitivo y colectivo para personas trans y no binarias en Chile. Lo que comenzó como un taller de fútbol entre pares se convirtió en el primer club de su tipo en el país, con tres ramas deportivas activas y una creciente presencia internacional.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315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D2B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de fundación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D2B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22860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activos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8404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D2B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8404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deportivas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554480"/>
            <a:ext cx="3291840" cy="2286000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1520" y="3931920"/>
            <a:ext cx="2468880" cy="685800"/>
          </a:xfrm>
          <a:prstGeom prst="rect">
            <a:avLst/>
          </a:prstGeom>
          <a:solidFill>
            <a:srgbClr val="2A174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6908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Fútbol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280160" y="4233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principal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520440" y="3931920"/>
            <a:ext cx="2468880" cy="685800"/>
          </a:xfrm>
          <a:prstGeom prst="rect">
            <a:avLst/>
          </a:prstGeom>
          <a:solidFill>
            <a:srgbClr val="2A174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0690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0690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Básquetbol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069080" y="4233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activa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309360" y="3931920"/>
            <a:ext cx="2468880" cy="685800"/>
          </a:xfrm>
          <a:prstGeom prst="rect">
            <a:avLst/>
          </a:prstGeom>
          <a:solidFill>
            <a:srgbClr val="2A1745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0690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Vóley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858000" y="4233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57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D2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E IMPACTO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40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las canchas de Santiago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mundo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731520" y="15544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BD2B71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554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1060704" y="187452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5"/>
          <p:cNvSpPr/>
          <p:nvPr/>
        </p:nvSpPr>
        <p:spPr>
          <a:xfrm>
            <a:off x="1645920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de Disforia FC como taller de fútbol trans en Santiago.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19456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835CA3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21945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60704" y="251460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Text 9"/>
          <p:cNvSpPr/>
          <p:nvPr/>
        </p:nvSpPr>
        <p:spPr>
          <a:xfrm>
            <a:off x="164592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mediática nacional. Entrenamiento con plantel de Universidad Católica en el Día de la Visibilidad Trans.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83464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89C2E3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2834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60704" y="315468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3"/>
          <p:cNvSpPr/>
          <p:nvPr/>
        </p:nvSpPr>
        <p:spPr>
          <a:xfrm>
            <a:off x="164592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 "Disforia Fútbol Club" gana Premio del Público FIDOCS. Selección en festivales internacionales.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347472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BD2B71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3474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060704" y="379476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7"/>
          <p:cNvSpPr/>
          <p:nvPr/>
        </p:nvSpPr>
        <p:spPr>
          <a:xfrm>
            <a:off x="164592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de tres ramas deportivas. Editorial en Galio, cobertura en TNT Sports.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31520" y="411480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835CA3"/>
          </a:solidFill>
          <a:ln/>
        </p:spPr>
      </p:sp>
      <p:sp>
        <p:nvSpPr>
          <p:cNvPr id="23" name="Text 19"/>
          <p:cNvSpPr/>
          <p:nvPr/>
        </p:nvSpPr>
        <p:spPr>
          <a:xfrm>
            <a:off x="731520" y="41148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645920" y="4096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Largometraje en producción. Rumbo a Gay Games XII Valencia.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463040"/>
            <a:ext cx="3108960" cy="1645920"/>
          </a:xfrm>
          <a:prstGeom prst="ellipse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0" y="3108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3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a Universidad Católica, 2021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429000"/>
            <a:ext cx="1463040" cy="1188720"/>
          </a:xfrm>
          <a:prstGeom prst="ellipse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4617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35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FIDOCS 2022</a:t>
            </a:r>
            <a:endParaRPr lang="en-US" sz="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97780"/>
            <a:ext cx="9144000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SON LOS GAY GAMES?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evento deportivo LGBTQ+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grande del mundo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2468880" cy="137160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12.000+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686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Atletas participantes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520440" y="1828800"/>
            <a:ext cx="2468880" cy="137160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0116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36576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Deportes incluidos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309360" y="1828800"/>
            <a:ext cx="2468880" cy="137160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0116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6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75+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64465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representados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Gay Games se celebran cada cuatro años desde 1982. Reúnen a atletas, artistas y activistas de todo el mundo en un evento que promueve la inclusión, la diversidad y la excelencia deportiva sin importar orientación sexual, identidad de género, raza, religión o nivel deportivo.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1F1230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Gay Games XII Valencia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27 junio — 4 julio 2026  ·  Valencia, España  ·  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5.000+ inscritos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57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D2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auspiciar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Disforia FC?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731520" y="160020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31520" y="1600200"/>
            <a:ext cx="54864" cy="1325880"/>
          </a:xfrm>
          <a:prstGeom prst="rect">
            <a:avLst/>
          </a:prstGeom>
          <a:solidFill>
            <a:srgbClr val="BD2B71"/>
          </a:solidFill>
          <a:ln/>
        </p:spPr>
      </p:sp>
      <p:sp>
        <p:nvSpPr>
          <p:cNvPr id="8" name="Shape 4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BD2B71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189280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Valores de marca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600200" y="19842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 tu marca con diversidad, inclusión trans y deporte. Posiciónate como aliada real de la comunidad LGBTQ+.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54880" y="160020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754880" y="1600200"/>
            <a:ext cx="54864" cy="1325880"/>
          </a:xfrm>
          <a:prstGeom prst="rect">
            <a:avLst/>
          </a:prstGeom>
          <a:solidFill>
            <a:srgbClr val="89C2E3"/>
          </a:solidFill>
          <a:ln/>
        </p:spPr>
      </p:sp>
      <p:sp>
        <p:nvSpPr>
          <p:cNvPr id="14" name="Shape 9"/>
          <p:cNvSpPr/>
          <p:nvPr/>
        </p:nvSpPr>
        <p:spPr>
          <a:xfrm>
            <a:off x="4983480" y="1783080"/>
            <a:ext cx="457200" cy="457200"/>
          </a:xfrm>
          <a:prstGeom prst="ellipse">
            <a:avLst/>
          </a:prstGeom>
          <a:solidFill>
            <a:srgbClr val="89C2E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189280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2356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global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623560" y="19842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Gay Games generan cobertura mediática mundial. Tu marca llega a una audiencia diversa y comprometida en 75+ países.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31520" y="315468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1520" y="3154680"/>
            <a:ext cx="54864" cy="1325880"/>
          </a:xfrm>
          <a:prstGeom prst="rect">
            <a:avLst/>
          </a:prstGeom>
          <a:solidFill>
            <a:srgbClr val="835CA3"/>
          </a:solidFill>
          <a:ln/>
        </p:spPr>
      </p:sp>
      <p:sp>
        <p:nvSpPr>
          <p:cNvPr id="20" name="Shape 14"/>
          <p:cNvSpPr/>
          <p:nvPr/>
        </p:nvSpPr>
        <p:spPr>
          <a:xfrm>
            <a:off x="960120" y="3337560"/>
            <a:ext cx="457200" cy="457200"/>
          </a:xfrm>
          <a:prstGeom prst="ellipse">
            <a:avLst/>
          </a:prstGeom>
          <a:solidFill>
            <a:srgbClr val="835CA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44728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auténtico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600200" y="35387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real: entrenamientos, partidos, experiencia completa desde Valencia. Ideal para campañas de marketing con propósito.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154680"/>
            <a:ext cx="3703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54880" y="3154680"/>
            <a:ext cx="54864" cy="1325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Shape 19"/>
          <p:cNvSpPr/>
          <p:nvPr/>
        </p:nvSpPr>
        <p:spPr>
          <a:xfrm>
            <a:off x="4983480" y="33375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344728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62356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Documental en producción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623560" y="353872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Largometraje sobre Disforia FC en producción para 2026. Tu marca puede aparecer en un documental con distribución en festivales.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97780"/>
            <a:ext cx="9144000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9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NECESITAMOS?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Llevar a Disforia FC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Valencia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731520" y="1737360"/>
            <a:ext cx="3703320" cy="1051560"/>
          </a:xfrm>
          <a:prstGeom prst="rect">
            <a:avLst/>
          </a:prstGeom>
          <a:solidFill>
            <a:srgbClr val="2A17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914400" y="1993392"/>
            <a:ext cx="502920" cy="502920"/>
          </a:xfrm>
          <a:prstGeom prst="ellipse">
            <a:avLst/>
          </a:prstGeom>
          <a:solidFill>
            <a:srgbClr val="89C2E3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12264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0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Pasajes aéreos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60020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Vuelos ida y vuelta Chile — Valencia para el equipo.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54880" y="1737360"/>
            <a:ext cx="3703320" cy="1051560"/>
          </a:xfrm>
          <a:prstGeom prst="rect">
            <a:avLst/>
          </a:prstGeom>
          <a:solidFill>
            <a:srgbClr val="2A17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937760" y="1993392"/>
            <a:ext cx="502920" cy="502920"/>
          </a:xfrm>
          <a:prstGeom prst="ellipse">
            <a:avLst/>
          </a:prstGeom>
          <a:solidFill>
            <a:srgbClr val="BD2B7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1122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235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Alojamiento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62356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Hospedaje durante la competencia (8 días, 27 jun — 4 jul).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731520" y="3063240"/>
            <a:ext cx="3703320" cy="1051560"/>
          </a:xfrm>
          <a:prstGeom prst="rect">
            <a:avLst/>
          </a:prstGeom>
          <a:solidFill>
            <a:srgbClr val="2A17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14400" y="3319272"/>
            <a:ext cx="502920" cy="502920"/>
          </a:xfrm>
          <a:prstGeom prst="ellipse">
            <a:avLst/>
          </a:prstGeom>
          <a:solidFill>
            <a:srgbClr val="89C2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343814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Equipamiento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0020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Indumentaria deportiva, zapatos, accesorios para competir.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754880" y="3063240"/>
            <a:ext cx="3703320" cy="1051560"/>
          </a:xfrm>
          <a:prstGeom prst="rect">
            <a:avLst/>
          </a:prstGeom>
          <a:solidFill>
            <a:srgbClr val="2A17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937760" y="3319272"/>
            <a:ext cx="502920" cy="502920"/>
          </a:xfrm>
          <a:prstGeom prst="ellipse">
            <a:avLst/>
          </a:prstGeom>
          <a:solidFill>
            <a:srgbClr val="835CA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343814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6235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Inscripción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62356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oficial del equipo en Gay Games XII.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auspicio puede ser total o parcial. También aceptamos aportes en especie (pasajes, equipamiento, alojamiento). Cada aporte suma.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57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D2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CONTRAPARTIDAS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recibe tu marca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cambio?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731520" y="16002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31520" y="1600200"/>
            <a:ext cx="54864" cy="685800"/>
          </a:xfrm>
          <a:prstGeom prst="rect">
            <a:avLst/>
          </a:prstGeom>
          <a:solidFill>
            <a:srgbClr val="BD2B71"/>
          </a:solidFill>
          <a:ln/>
        </p:spPr>
      </p:sp>
      <p:sp>
        <p:nvSpPr>
          <p:cNvPr id="8" name="Shape 4"/>
          <p:cNvSpPr/>
          <p:nvPr/>
        </p:nvSpPr>
        <p:spPr>
          <a:xfrm>
            <a:off x="1005840" y="1709928"/>
            <a:ext cx="457200" cy="457200"/>
          </a:xfrm>
          <a:prstGeom prst="ellipse">
            <a:avLst/>
          </a:prstGeom>
          <a:solidFill>
            <a:srgbClr val="BD2B71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81965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1640" y="1664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 en redes sociales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69164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Publicaciones, stories, reels y menciones en @disforia_fc antes, durante y después del evento.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31520" y="24231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31520" y="2423160"/>
            <a:ext cx="54864" cy="685800"/>
          </a:xfrm>
          <a:prstGeom prst="rect">
            <a:avLst/>
          </a:prstGeom>
          <a:solidFill>
            <a:srgbClr val="89C2E3"/>
          </a:solidFill>
          <a:ln/>
        </p:spPr>
      </p:sp>
      <p:sp>
        <p:nvSpPr>
          <p:cNvPr id="14" name="Shape 9"/>
          <p:cNvSpPr/>
          <p:nvPr/>
        </p:nvSpPr>
        <p:spPr>
          <a:xfrm>
            <a:off x="1005840" y="2532888"/>
            <a:ext cx="457200" cy="457200"/>
          </a:xfrm>
          <a:prstGeom prst="ellipse">
            <a:avLst/>
          </a:prstGeom>
          <a:solidFill>
            <a:srgbClr val="89C2E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264261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2487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en indumentaria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69164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logo en la camiseta y equipamiento del equipo durante entrenamientos y partidos oficiales.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1520" y="3246120"/>
            <a:ext cx="54864" cy="685800"/>
          </a:xfrm>
          <a:prstGeom prst="rect">
            <a:avLst/>
          </a:prstGeom>
          <a:solidFill>
            <a:srgbClr val="835CA3"/>
          </a:solidFill>
          <a:ln/>
        </p:spPr>
      </p:sp>
      <p:sp>
        <p:nvSpPr>
          <p:cNvPr id="20" name="Shape 14"/>
          <p:cNvSpPr/>
          <p:nvPr/>
        </p:nvSpPr>
        <p:spPr>
          <a:xfrm>
            <a:off x="1005840" y="3355848"/>
            <a:ext cx="457200" cy="457200"/>
          </a:xfrm>
          <a:prstGeom prst="ellipse">
            <a:avLst/>
          </a:prstGeom>
          <a:solidFill>
            <a:srgbClr val="835CA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46557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audiovisual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69164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y videos profesionales desde Valencia con tu marca. Behind-the-scenes, partidos, momentos del evento.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31520" y="4069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31520" y="4069080"/>
            <a:ext cx="54864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Shape 19"/>
          <p:cNvSpPr/>
          <p:nvPr/>
        </p:nvSpPr>
        <p:spPr>
          <a:xfrm>
            <a:off x="1005840" y="417880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28853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91640" y="4133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Charlas en tu empresa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69164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motivacional sobre diversidad, deporte trans e inclusión para tus equipos de trabajo.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97780"/>
            <a:ext cx="9144000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9C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DE AUSPICIO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Elige el nivel que mejor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adapte a tu marca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31520" y="1691640"/>
            <a:ext cx="2468880" cy="28803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31520" y="1691640"/>
            <a:ext cx="2468880" cy="54864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8680" y="233172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Mención en redes sociales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Agradecimiento público post-evento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1 story destacada con tu marca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520440" y="1691640"/>
            <a:ext cx="2468880" cy="28803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20440" y="1691640"/>
            <a:ext cx="2468880" cy="54864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2" name="Text 8"/>
          <p:cNvSpPr/>
          <p:nvPr/>
        </p:nvSpPr>
        <p:spPr>
          <a:xfrm>
            <a:off x="35204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C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57600" y="233172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Todo lo de Bronce +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Logo en indumentaria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3 publicaciones dedicadas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Video resumen con tu marca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468880" cy="2880360"/>
          </a:xfrm>
          <a:prstGeom prst="rect">
            <a:avLst/>
          </a:prstGeom>
          <a:solidFill>
            <a:srgbClr val="2A174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91640"/>
            <a:ext cx="24688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2"/>
          <p:cNvSpPr/>
          <p:nvPr/>
        </p:nvSpPr>
        <p:spPr>
          <a:xfrm>
            <a:off x="63093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446520" y="233172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Todo lo de Plata +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Charla en tu empresa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Contenido audiovisual exclusivo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Presencia en toda la campaña</a:t>
            </a:r>
            <a:endParaRPr lang="en-US" sz="105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Crédito en documental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CREDIBILIDAD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proyecto con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trayectoria comprobada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3703320" cy="10515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Premio del Público FIDOCS 2022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46304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 "Disforia Fútbol Club" premiado y seleccionado en festivales internacionales.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54880" y="1737360"/>
            <a:ext cx="3703320" cy="10515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0574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Largometraje en producción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Director: Inti Lorca. Producción: Cinespecie. Estreno previsto para 2026.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31520" y="3063240"/>
            <a:ext cx="3703320" cy="10515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832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mediática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46304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Clinic, TNT Sports, Galio, Distintas Latitudes, CineChile, ChileDoc.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54880" y="3063240"/>
            <a:ext cx="3703320" cy="1051560"/>
          </a:xfrm>
          <a:prstGeom prst="rect">
            <a:avLst/>
          </a:prstGeom>
          <a:solidFill>
            <a:srgbClr val="1F123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8328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Alianzas deportivas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48640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5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con Universidad Católica. Participación en torneos IGLFA.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"Disforia FC existe para que el deporte sea un espacio seguro, competitivo y colectivo para personas trans y no binarias en Chile."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88636"/>
            <a:ext cx="91440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828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¡Súmate al equipo!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731520" y="2514600"/>
            <a:ext cx="1371600" cy="45720"/>
          </a:xfrm>
          <a:prstGeom prst="rect">
            <a:avLst/>
          </a:prstGeom>
          <a:solidFill>
            <a:srgbClr val="BD2B71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aporte, por pequeño que sea, nos acerca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representar a Chile en Valencia.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BD2B71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47288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@disforia_fc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BD2B71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58768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fderamond@gmail.com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731520" y="420624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BD2B71"/>
          </a:solidFill>
          <a:ln/>
        </p:spPr>
      </p:sp>
      <p:sp>
        <p:nvSpPr>
          <p:cNvPr id="14" name="Text 8"/>
          <p:cNvSpPr/>
          <p:nvPr/>
        </p:nvSpPr>
        <p:spPr>
          <a:xfrm>
            <a:off x="731520" y="4206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 en GoFundMe: gofundme.com/f/disforia-fc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371600"/>
            <a:ext cx="3200400" cy="3200400"/>
          </a:xfrm>
          <a:prstGeom prst="ellipse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70916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4709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apoyar el deporte trans e inclusivo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61204"/>
            <a:ext cx="9144000" cy="82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Disforia FC — Solicitud de Auspicio — Gay Games Valencia 2026</dc:title>
  <dc:subject>PptxGenJS Presentation</dc:subject>
  <dc:creator>Disforia FC</dc:creator>
  <cp:lastModifiedBy>Disforia FC</cp:lastModifiedBy>
  <cp:revision>1</cp:revision>
  <dcterms:created xsi:type="dcterms:W3CDTF">2026-03-09T12:46:19Z</dcterms:created>
  <dcterms:modified xsi:type="dcterms:W3CDTF">2026-03-09T12:46:19Z</dcterms:modified>
</cp:coreProperties>
</file>